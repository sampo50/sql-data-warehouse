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 Data Warehouse (Bronze–Silver–Gold)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</a:rPr>
              <a:t>End-to-end analytics pipeline built in PostgreSQL with DBeaver, modeled for BI consumption in Looker Studio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</a:rPr>
              <a:t>Tools: PostgreSQL, DBeaver, SQL, Looker Studio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Goal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clean, scalable warehouse structure for CRM + ERP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 and document transformations from raw ingestion to business-ready marts.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self-serve reporting with a Gold layer designed for BI.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Overview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Bronze: raw, minimally transformed source extracts.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Silver: cleaned, standardized, conformed datasets with quality checks.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Gold: analytics-ready tables/views (star schema) optimized for reporting and ad-hoc SQL.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High-Level Architecture</a:t>
            </a:r>
            <a:endParaRPr/>
          </a:p>
        </p:txBody>
      </p:sp>
      <p:pic>
        <p:nvPicPr>
          <p:cNvPr descr="sql_data_architecture.drawio.png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8855" y="1242835"/>
            <a:ext cx="5704048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/>
        </p:nvSpPr>
        <p:spPr>
          <a:xfrm>
            <a:off x="-619570" y="6154480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Warehouse layers (Bronze / Silver / Gold) and consumption patterns (BI, ad-hoc SQL, ML).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Flow Diagram</a:t>
            </a:r>
            <a:endParaRPr/>
          </a:p>
        </p:txBody>
      </p:sp>
      <p:pic>
        <p:nvPicPr>
          <p:cNvPr descr="data_flow_diagram.drawio.png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622" y="1280160"/>
            <a:ext cx="8081114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-236995" y="6163805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flow from source extracts to curated marts.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Modeling (Gold Layer)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 schema design for reporting performance and semantic clarity.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 table: sales (measures, event grain).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Dimensions: customers and products (conformed attributes for slicing).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 Pattern (Silver Layer)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Cleaning: null handling, type casting, deduplication, and standard formats.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Standardization: naming conventions, conformed keys, and reference mappings.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Derived fields: business metrics and canonical attributes for reuse.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Looker Studio Dashboard (Gold Layer)</a:t>
            </a:r>
            <a:endParaRPr/>
          </a:p>
        </p:txBody>
      </p:sp>
      <p:pic>
        <p:nvPicPr>
          <p:cNvPr descr="Näyttökuva 2026-1-8 kello 16.38.03.png"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091" y="1548285"/>
            <a:ext cx="9386578" cy="475488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500130" y="6350405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BI output powered by Gold-layer tables/views.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&amp; Governance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 separation of concerns by layer (raw vs standardized vs curated).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Repeatable SQL scripts and deterministic transformations.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Extensible: new sources can be landed in Bronze and promoted forward with minimal refactoring.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automated data quality tests (row counts, freshness, key uniqueness).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 incremental loading patterns and change tracking.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orchestration (e.g., scheduled jobs) and version-controlled SQL migrations.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